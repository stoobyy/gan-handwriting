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2"/>
  </p:notesMasterIdLst>
  <p:sldIdLst>
    <p:sldId id="265" r:id="rId1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7020A8-79D1-4FB3-AEF3-38DB3644C332}">
  <a:tblStyle styleId="{B97020A8-79D1-4FB3-AEF3-38DB3644C3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Quantitative Evaluation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08 · EVALUATION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12"/>
          <p:cNvGraphicFramePr/>
          <p:nvPr/>
        </p:nvGraphicFramePr>
        <p:xfrm>
          <a:off x="548640" y="1691640"/>
          <a:ext cx="5577850" cy="3657600"/>
        </p:xfrm>
        <a:graphic>
          <a:graphicData uri="http://schemas.openxmlformats.org/drawingml/2006/table">
            <a:tbl>
              <a:tblPr>
                <a:noFill/>
                <a:tableStyleId>{B97020A8-79D1-4FB3-AEF3-38DB3644C332}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0.669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0.715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0.562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 score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0.629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Fakes that fooled D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22.4%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Evaluated on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2,000 real + 2,000 fake, eval mode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0" name="Google Shape;250;p12"/>
          <p:cNvSpPr txBox="1"/>
          <p:nvPr/>
        </p:nvSpPr>
        <p:spPr>
          <a:xfrm>
            <a:off x="6446520" y="16916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30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How to read these numbers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6446520" y="2103120"/>
            <a:ext cx="52578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1907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The Discriminator is a binary classifier, so these metrics apply to it, not to the Generator.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The scoring is inverted: 100% accuracy would mean the Generator is failing, and 50% would mean it is perfect.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At 66.9%, roughly one generated digit in five slips past the 0.5 threshold undetected.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The Generator has no ground-truth label, so it is judged by FID and mode coverage instead.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1658</Words>
  <Application>Microsoft Office PowerPoint</Application>
  <PresentationFormat>Widescreen</PresentationFormat>
  <Paragraphs>267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Amrith Saras</cp:lastModifiedBy>
  <cp:revision>1</cp:revision>
  <dcterms:modified xsi:type="dcterms:W3CDTF">2026-09-08T14:52:13Z</dcterms:modified>
</cp:coreProperties>
</file>